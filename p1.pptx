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753600" cy="7315200"/>
  <p:notesSz cx="6858000" cy="9144000"/>
  <p:embeddedFontLs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sendgun.in/products/whatsapp-business-api/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sendgun.in/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708377"/>
            <a:ext cx="8290560" cy="2258616"/>
            <a:chOff x="0" y="0"/>
            <a:chExt cx="11054080" cy="3011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3011490"/>
            </a:xfrm>
            <a:custGeom>
              <a:avLst/>
              <a:gdLst/>
              <a:ahLst/>
              <a:cxnLst/>
              <a:rect r="r" b="b" t="t" l="l"/>
              <a:pathLst>
                <a:path h="3011490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3011490"/>
                  </a:lnTo>
                  <a:lnTo>
                    <a:pt x="0" y="30114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10" r="0" b="-62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1054080" cy="3135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 Business API Integration in India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1593428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3"/>
                </a:lnSpc>
              </a:pPr>
              <a:r>
                <a:rPr lang="en-US" sz="511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3365716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sendgun.in/products/whatsapp-business-api/"/>
              </a:rPr>
              <a:t>WhatsApp Business API</a:t>
            </a: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helps businesses communicate with customers at scale. 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enables automation, notifications, and customer support through WhatsApp.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1241212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3"/>
                </a:lnSpc>
              </a:pPr>
              <a:r>
                <a:rPr lang="en-US" sz="511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837393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Automated messaging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Multi-agent support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CRM integration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Rich media messages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Secure communication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15121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3"/>
                </a:lnSpc>
              </a:pPr>
              <a:r>
                <a:rPr lang="en-US" sz="511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Benefits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3067688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High open rates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Real-time engagement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Improved customer experience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Cost-effective communication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1661160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3"/>
                </a:lnSpc>
              </a:pPr>
              <a:r>
                <a:rPr lang="en-US" sz="511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 API Integration in India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3951" y="3325073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Businesses can integrate WhatsApp API using verified providers. 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requires Facebook Business verification and a trusted API service provider.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1363132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3"/>
                </a:lnSpc>
              </a:pPr>
              <a:r>
                <a:rPr lang="en-US" sz="511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Choose Sendgun?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742562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sendgun.in/"/>
              </a:rPr>
              <a:t>Sendgun</a:t>
            </a: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offers reliable WhatsApp API solutions in India.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Easy integration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Affordable pricing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24/7 support</a:t>
            </a: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Scalable messaging solutions for businesses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F9FC">
                <a:alpha val="100000"/>
              </a:srgbClr>
            </a:gs>
            <a:gs pos="74000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162051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43"/>
                </a:lnSpc>
              </a:pPr>
              <a:r>
                <a:rPr lang="en-US" sz="511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Contact Us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3655" y="3108322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Get started today!</a:t>
            </a:r>
          </a:p>
          <a:p>
            <a:pPr algn="ctr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Phone: 18008898103</a:t>
            </a:r>
          </a:p>
          <a:p>
            <a:pPr algn="ctr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Email: sales@sendgun.in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08049" y="-281092"/>
            <a:ext cx="2248748" cy="2248748"/>
            <a:chOff x="0" y="0"/>
            <a:chExt cx="2998330" cy="2998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8343" cy="2998343"/>
            </a:xfrm>
            <a:custGeom>
              <a:avLst/>
              <a:gdLst/>
              <a:ahLst/>
              <a:cxnLst/>
              <a:rect r="r" b="b" t="t" l="l"/>
              <a:pathLst>
                <a:path h="2998343" w="2998343">
                  <a:moveTo>
                    <a:pt x="0" y="0"/>
                  </a:moveTo>
                  <a:lnTo>
                    <a:pt x="2998343" y="0"/>
                  </a:lnTo>
                  <a:lnTo>
                    <a:pt x="2998343" y="2998343"/>
                  </a:lnTo>
                  <a:lnTo>
                    <a:pt x="0" y="299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DAHEeIYqsZA</dc:identifier>
  <dcterms:modified xsi:type="dcterms:W3CDTF">2011-08-01T06:04:30Z</dcterms:modified>
  <cp:revision>1</cp:revision>
  <dc:title>p1</dc:title>
</cp:coreProperties>
</file>